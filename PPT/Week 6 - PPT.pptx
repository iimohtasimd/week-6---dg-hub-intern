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1D253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3108960" cy="3108960"/>
          </a:xfrm>
          <a:prstGeom prst="ellipse">
            <a:avLst/>
          </a:prstGeom>
          <a:solidFill>
            <a:srgbClr val="1A2A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PRACTICAL ASSESSMENT REPORT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VAPT Project Report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 &amp; Vulnerability Assessment and Penetration Testing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Study  ·  DVWA Testing  ·  Burp Suite &amp; OWASP ZAP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840480"/>
            <a:ext cx="7863840" cy="2148840"/>
          </a:xfrm>
          <a:prstGeom prst="roundRect">
            <a:avLst>
              <a:gd name="adj" fmla="val 3404"/>
            </a:avLst>
          </a:prstGeom>
          <a:solidFill>
            <a:srgbClr val="1E22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40507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405079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Mohtasim  (DG/JULY/CYBER/017)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3982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439826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7457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474573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http://localhost/dvwa/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0932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509320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· DVWA · Burp Suite CE · OWASP ZAP · Firefox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440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544068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September 2026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18320" y="4343400"/>
            <a:ext cx="1554480" cy="15544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0" name="Image 0" descr="/home/claude/assets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402" y="4545482"/>
            <a:ext cx="1150315" cy="11503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VAPT, and why it matters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537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 and Penetration Testing (VAPT) is a structured security-testing practice used to identify, evaluate, and address weaknesses before attackers can exploit them. For web apps, it focuses on the application layer — input handling, sessions, authentication, and server configuration — using the OWASP Top 10 as its theoretical basis.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/home/claude/assets/icon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26714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5877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Assessment (VA)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91693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to identify, classify, and prioritize known vulnerabilities using automated scanning tools.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0" name="Image 1" descr="/home/claude/assets/icon_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372298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36393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Testing (PT)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39684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Simulated, hands-on attack to actively exploit vulnerabilities and determine real-world breach impact.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01091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gaps before attackers do  ·  supports compliance (ISO 27001, PCI-DSS, GDPR)  ·  reduces breach/financial/reputational risk  ·  guides remediation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406640" y="1417320"/>
            <a:ext cx="4251960" cy="5257800"/>
          </a:xfrm>
          <a:prstGeom prst="roundRect">
            <a:avLst>
              <a:gd name="adj" fmla="val 1720"/>
            </a:avLst>
          </a:prstGeom>
          <a:solidFill>
            <a:srgbClr val="1B1F27"/>
          </a:solidFill>
          <a:ln/>
        </p:spPr>
      </p:sp>
      <p:sp>
        <p:nvSpPr>
          <p:cNvPr id="16" name="Shape 12"/>
          <p:cNvSpPr/>
          <p:nvPr/>
        </p:nvSpPr>
        <p:spPr>
          <a:xfrm>
            <a:off x="7726680" y="16916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2" descr="/home/claude/assets/icon_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116" y="175107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1764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PROJECT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72668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7726680" y="24871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Damn Vulnerable Web Application (DVWA) — intentionally flawed, for training, in a local/isolated lab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7726680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TARGET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7726680" y="3566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testphp.vulnweb.com — a public, legal test site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7726680" y="4398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726680" y="464515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system or unauthorized third-party application was tested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726680" y="5477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7726680" y="572414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Week-long, lab-based exercise to safely study and reproduce vulnerabilities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OWASP TOP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vulnerability classes studied in depth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OWASP Top 10 is refreshed periodically from real-world breach data. This project studied four categories through hands-on lab testing.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39776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331720"/>
            <a:ext cx="731520" cy="7315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7" name="Image 0" descr="/home/claude/asset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998" y="2426818"/>
            <a:ext cx="541325" cy="5413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46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886200"/>
            <a:ext cx="2203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input alters SQL query logic — bypasses auth or extracts data. Payloads like admin' -- skip the password check entirely.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55848" y="2011680"/>
            <a:ext cx="2606040" cy="39776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3108" y="2331720"/>
            <a:ext cx="731520" cy="7315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3" name="Image 1" descr="/home/claude/assets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206" y="2426818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38728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493008" y="3246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3557016" y="3886200"/>
            <a:ext cx="2203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data runs as script in another user's browser. Reflected, Stored, and DOM-based variants studied.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63056" y="2011680"/>
            <a:ext cx="2606040" cy="39776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00316" y="233172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9" name="Image 2" descr="/home/claude/assets/icon_user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414" y="2426818"/>
            <a:ext cx="541325" cy="54132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45936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300216" y="3246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Authentication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6364224" y="3886200"/>
            <a:ext cx="2203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Flaws in login, session, and credential handling compromise identity — weak creds, no lockout, exposed session IDs.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970264" y="2011680"/>
            <a:ext cx="2606040" cy="39776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07524" y="233172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5" name="Image 3" descr="/home/claude/assets/icon_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2622" y="2426818"/>
            <a:ext cx="541325" cy="54132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53144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9107424" y="3246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Misconfiguration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171432" y="3886200"/>
            <a:ext cx="2203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defaults or unmaintained settings widen the attack surface — verbose errors, missing headers, outdated software.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TOOLS &amp; TESTING 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environment &amp; manual exploitation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/home/claude/assets/icon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723644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82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 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212848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proxy — Proxy, Repeater, Site map, Decoder — captures &amp; modifies HTTP traffic.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4630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3128" y="16642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assets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172364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0" y="1682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453128" y="2212848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DAST tool for automated crawling and active-scanning, flagged by risk level.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55280" y="146304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56448" y="166420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2" descr="/home/claude/assets/icon_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4" y="172364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32520" y="16824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DVWA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156448" y="2212848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PHP/MySQL app with known flaws; adjustable Low/Medium/High/Impossible security levels.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STEPS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6394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4864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987552" y="38130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&amp; payload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87552" y="409651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User ID observed, then classic payloads tested: 1' OR '1'='1  and  UNION SELECT user, password FROM users -- -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548640" y="463600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C4B6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48640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987552" y="46085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in Burp Suite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987552" y="4892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 127.0.0.1:8080 intercepts requests; Repeater resends with modified payloads.</a:t>
            </a:r>
            <a:endParaRPr lang="en-US" sz="980" dirty="0"/>
          </a:p>
        </p:txBody>
      </p:sp>
      <p:sp>
        <p:nvSpPr>
          <p:cNvPr id="28" name="Shape 23"/>
          <p:cNvSpPr/>
          <p:nvPr/>
        </p:nvSpPr>
        <p:spPr>
          <a:xfrm>
            <a:off x="548640" y="543153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EC4B6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548640" y="5431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987552" y="54041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XSS payloads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987552" y="56875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&lt;script&gt;alert('XSS')&lt;/script&gt; submitted via forms; repeated at higher security to test filter bypass.</a:t>
            </a:r>
            <a:endParaRPr lang="en-US" sz="980" dirty="0"/>
          </a:p>
        </p:txBody>
      </p:sp>
      <p:sp>
        <p:nvSpPr>
          <p:cNvPr id="32" name="Shape 27"/>
          <p:cNvSpPr/>
          <p:nvPr/>
        </p:nvSpPr>
        <p:spPr>
          <a:xfrm>
            <a:off x="6446520" y="3520440"/>
            <a:ext cx="521208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33" name="Image 3" descr="/home/claude/assets/dvwa_setup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37960" y="3611880"/>
            <a:ext cx="5029200" cy="150876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446520" y="52303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DVWA security level configuration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6446520" y="5504688"/>
            <a:ext cx="5212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36" name="Image 4" descr="/home/claude/assets/burp_repeater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37960" y="5577840"/>
            <a:ext cx="5029200" cy="90525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 – 2.2 · INJECTION &amp; SCRIPTING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&amp; Cross-Site Scripting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5" name="Image 0" descr="/home/claude/asset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56819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536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1B1F2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26771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admin' -- 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becomes: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...WHERE username='admin' -- ' AND password='';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-- is a SQL comment, so the password check is skipped.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7033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unauthorized data access · auth bypass · data modification · in some cases, remote command execution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06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 In-band (Union/Error) · Blind (Boolean/Time) · Out-of-band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72200" y="15087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1" descr="/home/claude/assets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6" y="156819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766560" y="1536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172200" y="21031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— in the request, immediately echoed back.   Stored — saved server-side, runs for every visitor.   DOM-based — client-side JS mishandles data.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72200" y="288036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1B1F2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0080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&lt;script&gt;alert('XSS')&lt;/script&gt;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172200" y="3703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session hijacking via cookie theft · page defacement · phishing redirection · keystroke logging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17220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filters (stripping &lt;script&gt;) can be bypassed with alternate encodings — blacklists are unreliable defenses.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" y="484632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FF7EB"/>
          </a:solidFill>
          <a:ln w="12700">
            <a:solidFill>
              <a:srgbClr val="F5E3C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7240" y="4983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AUTHENTICATION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528523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Weak/default credentials · no lockout or rate limiting · exposed session IDs · weak password hashing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172200" y="4846320"/>
            <a:ext cx="5440680" cy="1463040"/>
          </a:xfrm>
          <a:prstGeom prst="roundRect">
            <a:avLst>
              <a:gd name="adj" fmla="val 3750"/>
            </a:avLst>
          </a:prstGeom>
          <a:solidFill>
            <a:srgbClr val="FDEEEF"/>
          </a:solidFill>
          <a:ln w="12700">
            <a:solidFill>
              <a:srgbClr val="F7D0D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00800" y="4983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400800" y="528523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accounts enabled · directory listing exposed · verbose errors · missing security headers · outdated software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AUTOMATED SCANNING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scan using OWASP ZAP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PROCESS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URL entered in ZAP's Quick Start tab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86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run to crawl &amp; map reachable pages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834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Scan sends test payloads to every parameter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383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reviewed by risk: High / Medium / Low / Info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9319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exported via Report → Generate Report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507492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E5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0" descr="/home/claude/assets/zap_ale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4709160"/>
            <a:ext cx="4892040" cy="1371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1081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 — ZAP Alerts panel from the DVWA scan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9893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FINDINGS ON DVWA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737360"/>
          <a:ext cx="5623560" cy="2011680"/>
        </p:xfrm>
        <a:graphic>
          <a:graphicData uri="http://schemas.openxmlformats.org/drawingml/2006/table">
            <a:tbl>
              <a:tblPr/>
              <a:tblGrid>
                <a:gridCol w="3246120"/>
                <a:gridCol w="1188720"/>
                <a:gridCol w="118872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Site Scripting (Reflected)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Anti-CSRF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X-Content-Type-Options Header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9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Leaks Version Information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9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5989320" y="3977640"/>
            <a:ext cx="5623560" cy="233172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 w="12700">
            <a:solidFill>
              <a:srgbClr val="E3E5E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63640" y="4206240"/>
            <a:ext cx="5074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ZAP scan surfaced categories consistent with manual testing, plus configuration-level issues — including missing CSP, directory browsing, and cookies without SameSite — reinforcing that automated coverage complements manual exploitation.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FINDINGS &amp; MITIGATION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findings &amp; risk levels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063240"/>
        </p:xfrm>
        <a:graphic>
          <a:graphicData uri="http://schemas.openxmlformats.org/drawingml/2006/table">
            <a:tbl>
              <a:tblPr/>
              <a:tblGrid>
                <a:gridCol w="457200"/>
                <a:gridCol w="2103120"/>
                <a:gridCol w="2468880"/>
                <a:gridCol w="822960"/>
                <a:gridCol w="5212080"/>
              </a:tblGrid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3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DVWA – SQL Injection 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Parameterized queries; least-privilege DB accounts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Reflected / Stored XSS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DVWA – XSS modules / Guestbook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encoding; strict CSP; HttpOnly cookies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5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DVWA – Login / Brute Force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lockout, MFA, salted hashing (bcrypt/Argon2)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Misconfiguration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/ DVWA configuration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software; disable verbose errors; harden config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5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Security Headers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Application-wide (via ZAP)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9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7CB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CSP, X-Frame-Options, X-Content-Type-Options, HSTS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754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  ·  simplified Likelihood × Impact, aligned with OWASP Risk Rating Methodology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5148072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0840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High:  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Easily exploitable, no auth required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5148072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26280" y="50840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Medium:  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Exploitable with conditions/interaction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046720" y="5148072"/>
            <a:ext cx="128016" cy="128016"/>
          </a:xfrm>
          <a:prstGeom prst="ellipse">
            <a:avLst/>
          </a:prstGeom>
          <a:solidFill>
            <a:srgbClr val="8A93A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75320" y="50840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Low:  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Difficult to exploit directly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2A2F3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common to all findings: insufficient validation of untrusted input and overly permissive default configurations.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1D25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theory to hands-on exploitation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provided hands-on exposure to the core VAPT methodology — from studying OWASP Top 10 theory, through reproducing real exploits in a safe lab (DVWA), to capturing and analyzing traffic manually (Burp Suite) and running automated scans (OWASP ZAP).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high-impact web vulnerabilities — SQLi, XSS, broken authentication, misconfiguration — stem from a common root cause: insufficient validation of untrusted input and overly permissive defaults.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519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tools (ZAP) give efficient broad coverage; manual testing (Burp Suite + hands-on payload crafting) confirms true positives and catches what scanners miss — the two are complementary.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1691640"/>
            <a:ext cx="4023360" cy="4434840"/>
          </a:xfrm>
          <a:prstGeom prst="roundRect">
            <a:avLst>
              <a:gd name="adj" fmla="val 1818"/>
            </a:avLst>
          </a:prstGeom>
          <a:solidFill>
            <a:srgbClr val="1E222A"/>
          </a:solidFill>
          <a:ln/>
        </p:spPr>
      </p:sp>
      <p:sp>
        <p:nvSpPr>
          <p:cNvPr id="9" name="Shape 7"/>
          <p:cNvSpPr/>
          <p:nvPr/>
        </p:nvSpPr>
        <p:spPr>
          <a:xfrm>
            <a:off x="7909560" y="196596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0" name="Image 0" descr="/home/claude/asset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3" y="2037283"/>
            <a:ext cx="405994" cy="40599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595360" y="2029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2651760"/>
            <a:ext cx="3429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mitigations identified — parameterized queries, output encoding, strong authentication controls, and secure configuration management — would address every vulnerability found and substantially reduce the application's attack surface.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2026-09-14T08:26:25Z</dcterms:created>
  <dcterms:modified xsi:type="dcterms:W3CDTF">2026-09-14T08:26:25Z</dcterms:modified>
</cp:coreProperties>
</file>